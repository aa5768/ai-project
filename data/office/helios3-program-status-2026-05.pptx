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Customer-facing. Do not include internal cost or supplier 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Throughput figure is the committed number from the January kickoff, not a measurement. Engineering measurement checkpoint is scheduled for June.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8D issued to the customer 30 April. Formal customer closure still pending as of this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Vantage line was added at the customer's request during the April escalation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Helios-3 Program Status — May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by: Marcus Feld</a:t>
            </a:r>
          </a:p>
          <a:p>
            <a:r>
              <a:t>Customer-facing status deck, issued 12 May 2026</a:t>
            </a:r>
          </a:p>
          <a:p>
            <a:r>
              <a:t>Distribution: Northgate Micro equipment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300 mm atmospheric wafer handler and EFEM</a:t>
            </a:r>
          </a:p>
          <a:p>
            <a:r>
              <a:t>Design frozen March 2026; end effector is Cerapoint alumina edge grip</a:t>
            </a:r>
          </a:p>
          <a:p>
            <a:r>
              <a:t>Production-intent build in cleanroom 30 June 2026</a:t>
            </a:r>
          </a:p>
          <a:p>
            <a:r>
              <a:t>First customer ship 30 September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Specification vs Plan of Record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804672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121920">
                <a:tc>
                  <a:txBody>
                    <a:bodyPr/>
                    <a:lstStyle/>
                    <a:p>
                      <a: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Committed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Throughput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450 wafers/hour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On plan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Particle adders (0.05 um, per pass)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&lt;=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1.8 measured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Teach repeatability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+/- 25 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Met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Mean cycles between interventions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Modelled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SEMI S2 / S8 report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End August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On plan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April Particle Excursion — Closed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Backside particle excursion on the pilot tool, 7-15 April</a:t>
            </a:r>
          </a:p>
          <a:p>
            <a:r>
              <a:t>Two causes: ceramic blade chamfer out of specification (supplier lot CP-220-0413) and an EFEM top plate gasket gap</a:t>
            </a:r>
          </a:p>
          <a:p>
            <a:r>
              <a:t>Corrective actions: 100% incoming chamfer inspection for three lots, top plate fastener change, field rework kit for four machines</a:t>
            </a:r>
          </a:p>
          <a:p>
            <a:r>
              <a:t>Tool returned to service 15 April at 2.1 backside adders per pass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Acceptance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Site acceptance test: 10 working days after install</a:t>
            </a:r>
          </a:p>
          <a:p>
            <a:r>
              <a:t>Particle acceptance measured end to end across nine passes</a:t>
            </a:r>
          </a:p>
          <a:p>
            <a:r>
              <a:t>SEMI S2 report included in the acceptance package</a:t>
            </a:r>
          </a:p>
          <a:p>
            <a:r>
              <a:t>Vantage connectivity demonstrated as part of acceptance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Kaneda harmonic drive reducers on allocation; expedite premium approved</a:t>
            </a:r>
          </a:p>
          <a:p>
            <a:r>
              <a:t>Cerapoint ceramic blades single source, 13 week lead time</a:t>
            </a:r>
          </a:p>
          <a:p>
            <a:r>
              <a:t>Certification schedule has no float after the build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Helios-3 Program Status — May 2026</dc:title>
  <dc:subject/>
  <dc:creator>Marcus Feld</dc:creator>
  <cp:keywords/>
  <dc:description>generated using python-pptx</dc:description>
  <cp:lastModifiedBy>Marcus Feld</cp:lastModifiedBy>
  <cp:revision>1</cp:revision>
  <dcterms:created xsi:type="dcterms:W3CDTF">2026-05-12T09:30:00Z</dcterms:created>
  <dcterms:modified xsi:type="dcterms:W3CDTF">2026-05-12T09:30:00Z</dcterms:modified>
  <cp:category/>
</cp:coreProperties>
</file>