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Throughput measured on the customer's own device, four sites, minus 40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changeover number on the datasheet was a target that became a published specification. Product owns the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Kestrel-2 Tallgrass Evaluation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Victor Nwosu</a:t>
            </a:r>
          </a:p>
          <a:p>
            <a:r>
              <a:t>Two week evaluation, Tallgrass Semiconductor, Penang</a:t>
            </a:r>
          </a:p>
          <a:p>
            <a:r>
              <a:t>Customer decision expected end of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1219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Incumbent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Site-to-site temperature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1.5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 C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Throughput (UPH)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6,400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Changeover, trained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25 min (published)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 min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Changeover, customer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 min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t>Contactor life (insertions)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250,000 qualified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Contactor life: customer believes our plunge force overshoots</a:t>
            </a:r>
          </a:p>
          <a:p>
            <a:r>
              <a:t>Committed to return force data within eight weeks (mid August)</a:t>
            </a:r>
          </a:p>
          <a:p>
            <a:r>
              <a:t>Published changeover specification to be corrected to under 30 minutes</a:t>
            </a:r>
          </a:p>
          <a:p>
            <a:r>
              <a:t>Membrane dryer cartridge missing from the preventive maintenance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Kestrel-2 Tallgrass Evaluation Summary</dc:title>
  <dc:subject/>
  <dc:creator>Victor Nwosu</dc:creator>
  <cp:keywords/>
  <dc:description>generated using python-pptx</dc:description>
  <cp:lastModifiedBy>Victor Nwosu</cp:lastModifiedBy>
  <cp:revision>1</cp:revision>
  <dcterms:created xsi:type="dcterms:W3CDTF">2026-06-22T11:10:00Z</dcterms:created>
  <dcterms:modified xsi:type="dcterms:W3CDTF">2026-06-22T11:10:00Z</dcterms:modified>
  <cp:category/>
</cp:coreProperties>
</file>