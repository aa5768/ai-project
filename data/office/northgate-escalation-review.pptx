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Ryan Chen's probability on the production order moved from 85% to 60% after this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Authorised by Priya Raman and Yuki Tanaka. Account team instructed not to move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Northgate Micro Escalation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Aisha Bello</a:t>
            </a:r>
          </a:p>
          <a:p>
            <a:r>
              <a:t>Internal review, 24 April 2026</a:t>
            </a:r>
          </a:p>
          <a:p>
            <a:r>
              <a:t>Escalation opened 7 April, tool recovered 15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Helios-3 handler down four days</a:t>
            </a:r>
          </a:p>
          <a:p>
            <a:r>
              <a:t>Three lots on hold, 75 wafers: 31 scrapped, 44 reworked and passed</a:t>
            </a:r>
          </a:p>
          <a:p>
            <a:r>
              <a:t>Customer measured 22 backside adders at 0.05 um against a limit of 5</a:t>
            </a:r>
          </a:p>
          <a:p>
            <a:r>
              <a:t>Production order for eleven EFEMs now contingent on a clean 90 day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914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7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metrology flags excursion; tool down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9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Escalation bridge opened; daily cadence agreed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10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Contamination control engineer on site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13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Blade swap and gasket rework performed on site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15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Send-ahead wafers at 2.1 backside adders; tool released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16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Root cause review; two causes confirmed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30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8D report issued to customer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Settlement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USD 60,000 service credit</a:t>
            </a:r>
          </a:p>
          <a:p>
            <a:r>
              <a:t>Two additional preventive maintenance visits at no charge</a:t>
            </a:r>
          </a:p>
          <a:p>
            <a:r>
              <a:t>No wafer-value compensation offered; liability capped at tool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Would Do Differently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incoming chamfer rather than accept a certificate of conformance</a:t>
            </a:r>
          </a:p>
          <a:p>
            <a:r>
              <a:t>Retained samples per lot made the root cause findable in five days</a:t>
            </a:r>
          </a:p>
          <a:p>
            <a:r>
              <a:t>Send an engineer on day one; the travel cost was trivial against the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Northgate Micro Escalation Review</dc:title>
  <dc:subject/>
  <dc:creator>Aisha Bello</dc:creator>
  <cp:keywords/>
  <dc:description>generated using python-pptx</dc:description>
  <cp:lastModifiedBy>Aisha Bello</cp:lastModifiedBy>
  <cp:revision>1</cp:revision>
  <dcterms:created xsi:type="dcterms:W3CDTF">2026-04-24T16:45:00Z</dcterms:created>
  <dcterms:modified xsi:type="dcterms:W3CDTF">2026-04-24T16:45:00Z</dcterms:modified>
  <cp:category/>
</cp:coreProperties>
</file>