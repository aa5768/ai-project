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On-premises is shown at 4.0 in this revision. Confirm against the February scoping decision before the next reissue.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Vantage Product Roadmap FY26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Marcus Feld</a:t>
            </a:r>
          </a:p>
          <a:p>
            <a:r>
              <a:t>Revision 2, 18 March 2026</a:t>
            </a:r>
          </a:p>
          <a:p>
            <a:r>
              <a:t>For customer and prospect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 4.0 — September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SEMI E164 EDA common metadata conformance</a:t>
            </a:r>
          </a:p>
          <a:p>
            <a:r>
              <a:t>Alarm deduplication and rate limiting at the edge agent</a:t>
            </a:r>
          </a:p>
          <a:p>
            <a:r>
              <a:t>SEMI E10 compliant OEE calculation</a:t>
            </a:r>
          </a:p>
          <a:p>
            <a:r>
              <a:t>On-premises deployment 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 4.1 — H1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Federated dashboards across multiple fabs</a:t>
            </a:r>
          </a:p>
          <a:p>
            <a:r>
              <a:t>SEMI E187 cybersecurity baseline, full scope</a:t>
            </a:r>
          </a:p>
          <a:p>
            <a:r>
              <a:t>Recipe and parameter drift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Connectivity Coverage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80467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104502">
                <a:tc>
                  <a:txBody>
                    <a:bodyPr/>
                    <a:lstStyle/>
                    <a:p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4.1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SECS/GEM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E120 common equipment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E125 equipment self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E134 data collection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104502">
                <a:tc>
                  <a:txBody>
                    <a:bodyPr/>
                    <a:lstStyle/>
                    <a:p>
                      <a:r>
                        <a:t>E164 common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104508">
                <a:tc>
                  <a:txBody>
                    <a:bodyPr/>
                    <a:lstStyle/>
                    <a:p>
                      <a:r>
                        <a:t>E187 cybersecurity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Vantage Product Roadmap FY26</dc:title>
  <dc:subject/>
  <dc:creator>Marcus Feld</dc:creator>
  <cp:keywords/>
  <dc:description>generated using python-pptx</dc:description>
  <cp:lastModifiedBy>Marcus Feld</cp:lastModifiedBy>
  <cp:revision>1</cp:revision>
  <dcterms:created xsi:type="dcterms:W3CDTF">2026-03-18T14:05:00Z</dcterms:created>
  <dcterms:modified xsi:type="dcterms:W3CDTF">2026-03-18T14:05:00Z</dcterms:modified>
  <cp:category/>
</cp:coreProperties>
</file>